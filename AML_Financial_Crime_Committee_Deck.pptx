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SUSPICIOUS ACTIVITY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Crime Committee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multi-agent AML investigation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query-driven agent that plans its own investigation instead of running a fixed pipeline: parsing intent, invoking only the tools a specific case needs, and producing an auditable Risk Memo with committee-backed escalation decisions.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D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8" name="Image 0" descr="C:\Users\avisy\AppData\Local\Temp\claude\C--Users-avisy-Downloads-Brainer-aml-crime-committee-agent\157c89c4-0a54-4ea8-9ae4-eefae4f561d0\scratchpad\deck\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8575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5740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3F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74320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12" name="Image 1" descr="C:\Users\avisy\AppData\Local\Temp\claude\C--Users-avisy-Downloads-Brainer-aml-crime-committee-agent\157c89c4-0a54-4ea8-9ae4-eefae4f561d0\scratchpad\deck\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28575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Intent,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Entities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3192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3F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61772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16" name="Image 2" descr="C:\Users\avisy\AppData\Local\Temp\claude\C--Users-avisy-Downloads-Brainer-aml-crime-committee-agent\157c89c4-0a54-4ea8-9ae4-eefae4f561d0\scratchpad\deck\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28575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4340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80644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3F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49224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0" name="Image 3" descr="C:\Users\avisy\AppData\Local\Temp\claude\C--Users-avisy-Downloads-Brainer-aml-crime-committee-agent\157c89c4-0a54-4ea8-9ae4-eefae4f561d0\scratchpad\deck\icon_fingerpr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8575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Needed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Run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68096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3F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836676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4" name="Image 4" descr="C:\Users\avisy\AppData\Local\Temp\claude\C--Users-avisy-Downloads-Brainer-aml-crime-committee-agent\157c89c4-0a54-4ea8-9ae4-eefae4f561d0\scratchpad\deck\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85750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9244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Vote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Agents + Chair)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955548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3F0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10241280" y="2651760"/>
            <a:ext cx="914400" cy="9144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8" name="Image 5" descr="C:\Users\avisy\AppData\Local\Temp\claude\C--Users-avisy-Downloads-Brainer-aml-crime-committee-agent\157c89c4-0a54-4ea8-9ae4-eefae4f561d0\scratchpad\deck\icon_file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020" y="285750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966960" y="3657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Memo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48640" y="4526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fixed pipeline. Every query gets its own plan, skipping tools it doesn't need.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12801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required tool categories (EDA, Feature Engineering, Anomaly Detection, Risk Classification, Explanation) are invoked selectively, never all at once.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548640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pandas / scikit-learn / networkx / scipy · Groq Llama 3.3 70B · Real Kaggle SAML-D dataset (9.5M transactions / 855K accounts)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Under the Hood, and Why It Stands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09360" y="10515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D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59636"/>
            <a:ext cx="457200" cy="457200"/>
          </a:xfrm>
          <a:prstGeom prst="ellipse">
            <a:avLst/>
          </a:prstGeom>
          <a:solidFill>
            <a:srgbClr val="201C3A"/>
          </a:solidFill>
          <a:ln/>
        </p:spPr>
      </p:sp>
      <p:pic>
        <p:nvPicPr>
          <p:cNvPr id="6" name="Image 0" descr="C:\Users\avisy\AppData\Local\Temp\claude\C--Users-avisy-Downloads-Brainer-aml-crime-committee-agent\157c89c4-0a54-4ea8-9ae4-eefae4f561d0\scratchpad\deck\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755648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08760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Execution Planning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intent, filters, entities &amp; pattern type, then builds a per-query plan, never a fixed pipeline.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55748"/>
            <a:ext cx="457200" cy="457200"/>
          </a:xfrm>
          <a:prstGeom prst="ellipse">
            <a:avLst/>
          </a:prstGeom>
          <a:solidFill>
            <a:srgbClr val="201C3A"/>
          </a:solidFill>
          <a:ln/>
        </p:spPr>
      </p:sp>
      <p:pic>
        <p:nvPicPr>
          <p:cNvPr id="9" name="Image 1" descr="C:\Users\avisy\AppData\Local\Temp\claude\C--Users-avisy-Downloads-Brainer-aml-crime-committee-agent\157c89c4-0a54-4ea8-9ae4-eefae4f561d0\scratchpad\deck\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651760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404872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Accounting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Benford's Law + threshold clustering, with a minimum-sample guard so a handful of transactions never fakes a signal.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451860"/>
            <a:ext cx="457200" cy="457200"/>
          </a:xfrm>
          <a:prstGeom prst="ellipse">
            <a:avLst/>
          </a:prstGeom>
          <a:solidFill>
            <a:srgbClr val="201C3A"/>
          </a:solidFill>
          <a:ln/>
        </p:spPr>
      </p:sp>
      <p:pic>
        <p:nvPicPr>
          <p:cNvPr id="12" name="Image 2" descr="C:\Users\avisy\AppData\Local\Temp\claude\C--Users-avisy-Downloads-Brainer-aml-crime-committee-agent\157c89c4-0a54-4ea8-9ae4-eefae4f561d0\scratchpad\deck\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54787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00984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scores behavioural features (velocity, rolling sums, amount deviation) for statistical outliers.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347972"/>
            <a:ext cx="457200" cy="457200"/>
          </a:xfrm>
          <a:prstGeom prst="ellipse">
            <a:avLst/>
          </a:prstGeom>
          <a:solidFill>
            <a:srgbClr val="201C3A"/>
          </a:solidFill>
          <a:ln/>
        </p:spPr>
      </p:sp>
      <p:pic>
        <p:nvPicPr>
          <p:cNvPr id="15" name="Image 3" descr="C:\Users\avisy\AppData\Local\Temp\claude\C--Users-avisy-Downloads-Brainer-aml-crime-committee-agent\157c89c4-0a54-4ea8-9ae4-eefae4f561d0\scratchpad\deck\icon_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4443984"/>
            <a:ext cx="265176" cy="2651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197096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Analysis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 &amp; Louvain communities surface hub accounts and coordinated rings.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44084"/>
            <a:ext cx="457200" cy="457200"/>
          </a:xfrm>
          <a:prstGeom prst="ellipse">
            <a:avLst/>
          </a:prstGeom>
          <a:solidFill>
            <a:srgbClr val="201C3A"/>
          </a:solidFill>
          <a:ln/>
        </p:spPr>
      </p:sp>
      <p:pic>
        <p:nvPicPr>
          <p:cNvPr id="18" name="Image 4" descr="C:\Users\avisy\AppData\Local\Temp\claude\C--Users-avisy-Downloads-Brainer-aml-crime-committee-agent\157c89c4-0a54-4ea8-9ae4-eefae4f561d0\scratchpad\deck\icon_calcula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5340096"/>
            <a:ext cx="265176" cy="2651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5093208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Composite Scoring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30% + Clustering 25% + ML 25% + Network 20%; weights rebalance automatically when a signal can't be computed.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309360" y="1659636"/>
            <a:ext cx="457200" cy="4572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1" name="Image 5" descr="C:\Users\avisy\AppData\Local\Temp\claude\C--Users-avisy-Downloads-Brainer-aml-crime-committee-agent\157c89c4-0a54-4ea8-9ae4-eefae4f561d0\scratchpad\deck\icon_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1755648"/>
            <a:ext cx="265176" cy="2651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1508760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Real Dataset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9.5M-transaction, 855K-account Kaggle SAML-D dataset, not a toy sample.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09360" y="2555748"/>
            <a:ext cx="457200" cy="4572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4" name="Image 6" descr="C:\Users\avisy\AppData\Local\Temp\claude\C--Users-avisy-Downloads-Brainer-aml-crime-committee-agent\157c89c4-0a54-4ea8-9ae4-eefae4f561d0\scratchpad\deck\icon_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372" y="2651760"/>
            <a:ext cx="265176" cy="2651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2404872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Committee Debate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specialist agents vote from different evidence; the Chair explicitly reconciles score vs. decision when they disagree.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309360" y="3451860"/>
            <a:ext cx="457200" cy="4572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27" name="Image 7" descr="C:\Users\avisy\AppData\Local\Temp\claude\C--Users-avisy-Downloads-Brainer-aml-crime-committee-agent\157c89c4-0a54-4ea8-9ae4-eefae4f561d0\scratchpad\deck\icon_flas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5372" y="3547872"/>
            <a:ext cx="265176" cy="26517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3300984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Adaptive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Plan shows exactly which tools a query will invoke before running it: the planning is inspectable, not just asserted.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309360" y="4347972"/>
            <a:ext cx="457200" cy="4572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30" name="Image 8" descr="C:\Users\avisy\AppData\Local\Temp\claude\C--Users-avisy-Downloads-Brainer-aml-crime-committee-agent\157c89c4-0a54-4ea8-9ae4-eefae4f561d0\scratchpad\deck\icon_uplo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5372" y="4443984"/>
            <a:ext cx="265176" cy="26517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49440" y="4197096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to replace the live dataset so judges can test the agent against their own data.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6309360" y="5244084"/>
            <a:ext cx="457200" cy="457200"/>
          </a:xfrm>
          <a:prstGeom prst="ellipse">
            <a:avLst/>
          </a:prstGeom>
          <a:solidFill>
            <a:srgbClr val="6D5EF7"/>
          </a:solidFill>
          <a:ln/>
        </p:spPr>
      </p:sp>
      <p:pic>
        <p:nvPicPr>
          <p:cNvPr id="33" name="Image 9" descr="C:\Users\avisy\AppData\Local\Temp\claude\C--Users-avisy-Downloads-Brainer-aml-crime-committee-agent\157c89c4-0a54-4ea8-9ae4-eefae4f561d0\scratchpad\deck\icon_clipboar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5372" y="5340096"/>
            <a:ext cx="265176" cy="26517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49440" y="5093208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banner, Risk Memo, and Committee Minutes always read the same risk score and cite the same signals.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4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all 6 of the hackathon's recommended outputs: execution summary · ranked suspicious accounts · risk tier · explanation tied to intent · escalation action · supporting charts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2026-07-26T16:35:47Z</dcterms:created>
  <dcterms:modified xsi:type="dcterms:W3CDTF">2026-07-26T16:35:47Z</dcterms:modified>
</cp:coreProperties>
</file>